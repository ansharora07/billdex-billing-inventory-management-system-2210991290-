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8" r:id="rId13"/>
    <p:sldId id="279" r:id="rId14"/>
    <p:sldId id="280" r:id="rId15"/>
    <p:sldId id="281" r:id="rId16"/>
    <p:sldId id="282" r:id="rId17"/>
    <p:sldId id="275" r:id="rId18"/>
    <p:sldId id="276" r:id="rId19"/>
    <p:sldId id="277" r:id="rId20"/>
    <p:sldId id="268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1180" y="2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134007" y="871125"/>
            <a:ext cx="8939048" cy="573849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BillDe</a:t>
            </a:r>
            <a:r>
              <a:rPr lang="en-US" sz="4800" dirty="0" err="1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en-US" sz="4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(Billing &amp; Inventory Management System)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/>
            </a: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b="0" strike="noStrike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Ansh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Arora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2210991290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Dr. </a:t>
            </a:r>
            <a:r>
              <a:rPr lang="en-US" sz="2000" b="0" strike="noStrike" spc="-1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Gurpreet</a:t>
            </a:r>
            <a:r>
              <a:rPr lang="en-US" sz="2000" b="0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 Singh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 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Snapshots</a:t>
            </a:r>
            <a:endParaRPr lang="en-US" sz="2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pPr marL="457200" indent="-457200" algn="just"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References/Links used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just"/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modern web-based billing and inventory management system designed to simplify daily business operations for small and medium-sized shops. While many businesses still depend on manual billing methods or scattered tools, </a:t>
            </a:r>
            <a:r>
              <a:rPr lang="en-US" sz="22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centralized digital platform to handle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billing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product records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stock management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efficiently.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secure user login and organization-based access to product categorization,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inventory tracking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smart bill generation,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streamlines the complete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process. It automatically updates stock after each transaction, maintains sales history, and helps business owners monitor operations with ease. With a clean dashboard interface and user-friendly workflow,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enables businesses to save time, reduce errors, and manage their stores in a smarter and more organized way.</a:t>
            </a:r>
          </a:p>
        </p:txBody>
      </p:sp>
    </p:spTree>
    <p:extLst>
      <p:ext uri="{BB962C8B-B14F-4D97-AF65-F5344CB8AC3E}">
        <p14:creationId xmlns:p14="http://schemas.microsoft.com/office/powerpoint/2010/main" val="5447107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billing and inventory operations can be challenging for small and medium-scale businesses due to the use of manual methods or disconnected tools. These traditional systems often create delays, errors, and poor visibility in daily operations.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Businesses commonly struggle with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Billing Errors: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Mistakes in invoice creation, pricing, and transaction records.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Inaccurate Stock Management: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Difficulty in tracking available inventory and updating quantities after sales.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Sales Monitoring: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proper system to maintain transaction history or analyze business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Unorganized Operations: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separate methods for billing and inventory leads to confusion and reduced efficiency.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Digital Access: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Many existing software solutions are costly, complex, or not suitable for small business needs.</a:t>
            </a:r>
          </a:p>
        </p:txBody>
      </p:sp>
    </p:spTree>
    <p:extLst>
      <p:ext uri="{BB962C8B-B14F-4D97-AF65-F5344CB8AC3E}">
        <p14:creationId xmlns:p14="http://schemas.microsoft.com/office/powerpoint/2010/main" val="2835828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aims to simplify and modernize billing and inventory operations for small and medium-scale businesses by providing a centralized and easy-to-use web-based platform. The system helps users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 Billing Processes: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accurate invoices quickly and reduce manual calculation errors.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 Inventory Efficiently: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Track product stock in real-time and automatically update quantities after each sale.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 Product Data: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structured records with categories, pricing (MRP and selling price), and stock details.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Sales Records: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Store and access transaction history to monitor business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Operational Complexity: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Replace manual methods and fragmented tools with a single integrated system.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Secure Access: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user-specific login with organization-based data management for multiple businesses.</a:t>
            </a:r>
          </a:p>
        </p:txBody>
      </p:sp>
    </p:spTree>
    <p:extLst>
      <p:ext uri="{BB962C8B-B14F-4D97-AF65-F5344CB8AC3E}">
        <p14:creationId xmlns:p14="http://schemas.microsoft.com/office/powerpoint/2010/main" val="247383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329677"/>
            <a:ext cx="8838720" cy="439870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 &amp; Secure Access: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signup/login with JWT-based authentication and organization-specific access.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&amp; Inventory Management: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Add, update, delete, and manage products with category, MRP, selling price, and stock quantity.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Billing System: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bills with multiple items, quantity selection, discount, and GST options.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Stock Updates: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Inventory is updated instantly after each billing transaction to avoid stock mismatches.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Records &amp; History: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Maintain complete billing history with transaction details for future reference.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dashboard to monitor products, bills, and sales activity.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Multi-Business Support: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Designed for multiple shop owners with separate and secure business data management.</a:t>
            </a:r>
          </a:p>
        </p:txBody>
      </p:sp>
    </p:spTree>
    <p:extLst>
      <p:ext uri="{BB962C8B-B14F-4D97-AF65-F5344CB8AC3E}">
        <p14:creationId xmlns:p14="http://schemas.microsoft.com/office/powerpoint/2010/main" val="41313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flexible NoSQL database used to store user accounts, organization details, products, inventory records, and billing transactions securely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lightweight backend framework used to build REST APIs, handle requests, manage authentication, and connect the frontend with the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React.js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modern frontend library used to create a responsive, interactive, and user-friendly dashboard for billing and inventory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fast and scalable runtime environment that powers the backend logic, enabling smooth communication between system modules and real-time operations.</a:t>
            </a:r>
          </a:p>
        </p:txBody>
      </p:sp>
    </p:spTree>
    <p:extLst>
      <p:ext uri="{BB962C8B-B14F-4D97-AF65-F5344CB8AC3E}">
        <p14:creationId xmlns:p14="http://schemas.microsoft.com/office/powerpoint/2010/main" val="404101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914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Layer: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React.js with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Vite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used to build a fast and responsive user interface, styled with Tailwind CSS for a clean dashboard experience. It handles pages such as login, products, billing, sales, and inventory management</a:t>
            </a:r>
            <a:r>
              <a:rPr lang="en-US" sz="2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Layer: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with Express.js manages REST APIs, user authentication, business logic, request handling, and error management. It processes billing operations, stock updates, and secure communication with the database.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MongoDB with Mongoose is used for storing users, organization details, product records, inventory data, and billing transactions in a scalable NoSQL structure.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1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Layer: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JWT is used for secure authentication and session handling, while 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encrypts passwords. User-specific access ensures each business can manage only its own data securely.</a:t>
            </a:r>
          </a:p>
        </p:txBody>
      </p:sp>
    </p:spTree>
    <p:extLst>
      <p:ext uri="{BB962C8B-B14F-4D97-AF65-F5344CB8AC3E}">
        <p14:creationId xmlns:p14="http://schemas.microsoft.com/office/powerpoint/2010/main" val="257342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Snapshots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914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93" y="1727915"/>
            <a:ext cx="9110350" cy="4255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292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Snapshots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914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42" y="1216623"/>
            <a:ext cx="8815358" cy="4997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24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Snapshots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914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062" y="1124566"/>
            <a:ext cx="8811356" cy="5073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7481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Snapshots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914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72" y="1173672"/>
            <a:ext cx="8979992" cy="5076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01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Snapshots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914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endParaRPr lang="en-US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008" y="1093097"/>
            <a:ext cx="8522432" cy="5250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7065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91497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r>
              <a:rPr lang="en-US" sz="2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practical and efficient web-based platform designed to simplify billing and inventory management for small and medium-scale businesses. It provides a centralized system for handling product records, generating bills, tracking sales, and maintaining accurate stock levels. By automating routine business operations,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reduces manual effort, minimizes errors, and improves overall efficiency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offers secure user access, organization-based data management, and a user-friendly dashboard for smooth daily operations. Features such as product categorization, smart billing, sales history, and automatic inventory updates make it a reliable solution for modern businesses. With a scalable MERN stack architecture and clean interface,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Billdex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serves as a valuable digital tool that helps businesses save time, stay organized, and manage growth effectively.</a:t>
            </a:r>
          </a:p>
        </p:txBody>
      </p:sp>
    </p:spTree>
    <p:extLst>
      <p:ext uri="{BB962C8B-B14F-4D97-AF65-F5344CB8AC3E}">
        <p14:creationId xmlns:p14="http://schemas.microsoft.com/office/powerpoint/2010/main" val="1380282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211432"/>
            <a:ext cx="8838720" cy="439870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 Dashboard: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Introduce charts and reports for sales trends, top-selling products, and monthly business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Invoice Export &amp; Printing: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Enable bill download in PDF format and direct invoice printing for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Stock Alerts: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Notify users when product quantity reaches a minimum threshold for timely restocking.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&amp; Filter Features: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 advanced product search, category filters, and billing history filters for faster management.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Multi-User Roles: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staff accounts with role-based access such as owner, manager, and cashier.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Deployment: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Deploy the platform on cloud infrastructure for secure access, scalability, and real-time availability from anywhere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6923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1" strike="noStrike" spc="-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30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959965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MongoDB Documentation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MongoDB, Inc. (2026). Official MongoDB Documentation for database design, queries, and data management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Express.js Documentation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Express.js Foundation. (2026). Official Express.js framework documentation for backend routing and API development.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React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React Team. (2026). Official React.js documentation for building dynamic and responsive user interfaces.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Node.js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OpenJS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Foundation. (2026). Official Node.js documentation for server-side runtime environment and backend operations.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Tailwind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Documentation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Tailwind Labs. (2026). Official Tailwind CSS documentation for utility-first frontend styling and responsive design.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Mongoose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Mongoose Team. (2026). Official Mongoose ODM documentation for MongoDB schema modeling and database integration.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712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565400"/>
            <a:ext cx="6716123" cy="1666966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1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115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43338</TotalTime>
  <Words>1246</Words>
  <Application>Microsoft Office PowerPoint</Application>
  <PresentationFormat>On-screen Show (4:3)</PresentationFormat>
  <Paragraphs>117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MS PGothic</vt:lpstr>
      <vt:lpstr>Arial</vt:lpstr>
      <vt:lpstr>Calibri</vt:lpstr>
      <vt:lpstr>DejaVu Sans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Champion</cp:lastModifiedBy>
  <cp:revision>2303</cp:revision>
  <dcterms:created xsi:type="dcterms:W3CDTF">2010-04-09T07:36:15Z</dcterms:created>
  <dcterms:modified xsi:type="dcterms:W3CDTF">2026-05-06T03:46:02Z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